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用活潑語氣引導注意力，避免法律術語，強調「遊戲」概念讓學生參與。用「超級變動」符合國中生語境。注意：不添加教材外內容。</a:t>
            </a:r>
          </a:p>
          <a:p/>
          <a:p>
            <a:r>
              <a:t>資料來源頁碼：1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用「取消啦！」增加親切感，避免「不再收取」等正式用語。強調「2024年9月1日」具體時間點，符合學生記憶習慣。</a:t>
            </a:r>
          </a:p>
          <a:p/>
          <a:p>
            <a:r>
              <a:t>資料來源頁碼：1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用「小提醒」降低威權感，明確「歐元」單位避免混淆，強調「調整」概念讓學生理解動態變化。</a:t>
            </a:r>
          </a:p>
          <a:p/>
          <a:p>
            <a:r>
              <a:t>資料來源頁碼：1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用「變少了」比「減少」更直觀，結尾句連結學生日常體驗（學校運作），避免抽象數字。</a:t>
            </a:r>
          </a:p>
          <a:p/>
          <a:p>
            <a:r>
              <a:t>資料來源頁碼：1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用「有什麼變化？」以問題形式引導思考，強調「靈活安排」連結學生實際需求（假期規劃）。</a:t>
            </a:r>
          </a:p>
          <a:p/>
          <a:p>
            <a:r>
              <a:t>資料來源頁碼：1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用「小測驗」降低壓力，問題設計符合教材內容且有具體答案，結尾鼓勵性語言提升參與感。</a:t>
            </a:r>
          </a:p>
          <a:p/>
          <a:p>
            <a:r>
              <a:t>資料來源頁碼：1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看護合約的超級變動！國中生必看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今天我們要玩一個超有趣的遊戲——解開看護合約的隱藏秘密！</a:t>
            </a:r>
          </a:p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學校的看護合約最近有幾個超級變化，讓我們一起探索吧！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【午餐費取消啦！】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自2024年9月1日起，午餐費取消！</a:t>
            </a:r>
          </a:p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家長需與新學校食堂簽訂獨立協議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【零食費用小提醒】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自2026年8月1日起，零食費用23.10歐元</a:t>
            </a:r>
          </a:p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會根據學校開閉館日調整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【閉館日變少了！】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每年閉館日從25天減少到20天</a:t>
            </a:r>
          </a:p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學校更安心運作！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【假期看護有什麼變化？】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假期看護可收取額外費用或開支</a:t>
            </a:r>
          </a:p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讓家長更靈活安排假期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【小測驗時間！】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1. 午餐費從哪天開始取消？</a:t>
            </a:r>
          </a:p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2. 零食費用是幾歐元？</a:t>
            </a:r>
          </a:p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3. 閉館日減少幾天？</a:t>
            </a:r>
          </a:p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請舉手回答，看誰最聰明！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