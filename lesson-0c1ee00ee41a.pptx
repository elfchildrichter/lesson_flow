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歡迎大家來到這堂粒子物理導論。今天我們要從對稱性的角度，來認識基本粒子和它們之間的交互作用。對稱性在物理學中非常重要，它能夠簡化我們對物理現象的描述，尤其在粒子物理裡，如果沒有對稱性，我們很難理清數百種粒子之間的關係。我們會先介紹對稱性的數學語言——群論，特別是李群，因為它可以用線性代數來處理，讓分析變得簡單。接著，我們會看到自然界的基本粒子分成三大類：夸克、輕子和傳遞作用力的規範粒子。這些粒子如何組成我們看到的強子，以及它們如何透過強、電磁、弱三種交互作用來互動，都是今天要探討的主題。</a:t>
            </a:r>
          </a:p>
          <a:p/>
          <a:p>
            <a:r>
              <a:t>資料來源頁碼：1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來看基本粒子中的夸克和輕子。夸克是自旋二分之一費米子，帶有分數電荷，分成三代：上夸克和夸克、魅夸克和奇夸克、頂夸克和底夸克。上型夸克帶正三分之二電荷，下型夸克帶負三分之一電荷。每個夸克還有三種色荷，但夸克不會單獨出現，它們的質量只能透過束縛態來間接定義。輕子同樣是自旋二分之一的費米子，也分成三代：電子與電子微中子、緲子與緲子微中子、濤子與濤子微中子。帶電輕子帶一個單位負電荷，微中子則不帶電，而且質量非常小，在標準模型中甚至假設為零。每一代帶電輕子都有一個對應的微中子伴侶。所有這些粒子都有反粒子，質量和原本粒子相同，但電荷相反。</a:t>
            </a:r>
          </a:p>
          <a:p/>
          <a:p>
            <a:r>
              <a:t>資料來源頁碼：2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傳遞交互作用的粒子稱為規範玻色子，它們都是自旋整數的玻色子。電磁交互作用由光子傳遞，光子質量為零。弱交互作用由帶電的 W 玻色子和不帶電的 Z 玻色子傳遞，它們的質量很大，大約在 80 到 91 GeV 之間，因此弱作用力是短程力。強交互作用則由膠子傳遞，膠子同樣沒有質量，負責把夸克束縛在強子內部。另外，理論上還假設有重力子，自旋 2，傳遞重力，但因為重力太弱，目前無法直接偵測。在粒子物理中，我們主要關注強、電磁和弱這三種交互作用。強作用最強，它讓夸克結合成強子，並且主導強子之間的散射過程。電磁作用比強作用弱，發生在所有帶電粒子之間，例如電子吸收或發射光子。弱作用最弱，但它是唯一能讓微中子參與的作用，而且可以改變夸克的風味，例如讓下夸克變成上夸克。</a:t>
            </a:r>
          </a:p>
          <a:p/>
          <a:p>
            <a:r>
              <a:t>資料來源頁碼：3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夸克不會單獨存在，它們會結合成色中性的束縛態，稱為強子。強子分成兩大類：重子和介子。重子由三個夸克組成，重子數為 1；反重子則由三個反夸克組成，重子數為 -1。最常見的重子就是質子和中子，質子是兩個上夸克和一個下夸克，中子是兩個下夸克和一個上夸克，它們的質量大約是 938 和 940 MeV。介子則由一個夸克和一個反夸克組成，重子數為 0。例如 π 介子，π⁺ 是上夸克和反下夸克，π⁻ 是下夸克和反上夸克，π⁰ 則是上夸克-反上夸克與下夸克-反下夸克的疊加態。還有一些含有較重夸克的強子，像是奇異粒子 K⁺ 由一個上夸克和一個反奇夸克組成，Λ 重子由一個上夸克、一個下夸克和一個奇夸克組成，而魅偶素則是由魅夸克和反魅夸克構成的介子。</a:t>
            </a:r>
          </a:p>
          <a:p/>
          <a:p>
            <a:r>
              <a:t>資料來源頁碼：4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我們來比較這三種交互作用的特性。強交互作用是最強的，它有一個重要性質是「風味守恆」，也就是說，夸克和反夸克只能成對產生或湮滅，而且強作用力本身對不同風味的夸克一視同仁，我們稱為「風味盲」。描述強作用的理論是量子色動力學，簡稱 QCD。電磁交互作用比強作用弱，它透過光子交換發生在帶電粒子之間，理論基礎是量子電動力學 QED，這是一個非常精確的理論。弱交互作用最弱，但它的特殊之處在於可以改變夸克的風味，而且微中子只參與弱作用。弱作用由 W 和 Z 玻色子傳遞，在低能量下比電磁作用弱很多，但在高能量時兩者強度會變得相當，因此電磁和弱作用可以統一成電弱理論，也就是溫伯格-薩拉姆模型。從強子的壽命可以清楚看到三種作用的強度差異：強作用衰變最快，壽命只有 10⁻²² 到 10⁻²⁴ 秒；電磁作用衰變的壽命在 10⁻¹⁶ 到 10⁻²¹ 秒之間；弱作用衰變則慢得多，壽命從 10⁻⁷ 到 10⁻¹³ 秒，甚至自由中子的弱衰變平均壽命長達 10³ 秒。</a:t>
            </a:r>
          </a:p>
          <a:p/>
          <a:p>
            <a:r>
              <a:t>資料來源頁碼：5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粒子反應中，有許多量子數是守恆的，這些守恆律可以幫助我們判斷哪些過程是可能的。首先，輕子數有三種，分別對應電子、緲子和濤子家族。每一種輕子數都是把該家族的帶電輕子數減去反帶電輕子數，再加上微中子數減去反微中子數。例如電子輕子數 Lₑ 就是電子數減正電子數，加上電子微中子數減反電子微中子數。這三種輕子數在所有交互作用中都各自守恆。重子數 B 則是夸克總數減去反夸克總數再除以三，所以重子的 B 等於 1，反重子 B 等於 -1，介子 B 等於 0。重子數在所有作用中也守恆。另外還有一些與夸克風味相關的量子數，像是奇異數 S、魅數 C、底數 B̃ 和頂數 T，它們在強作用和電磁作用中是守恆的，因為這些作用中夸克和反夸克只能成對出現或消失；但在弱作用中，夸克風味可以改變，所以這些量子數就不守恆了。最後，總電荷 Q 在所有交互作用中都是嚴格守恆的。</a:t>
            </a:r>
          </a:p>
          <a:p/>
          <a:p>
            <a:r>
              <a:t>資料來源頁碼：6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接下來我們介紹同位旋的概念。在量子力學中，粒子具有軌道角動量和自旋角動量，它們滿足 SU(2) 的代數關係。海森堡注意到質子和中子質量非常接近，而且核子間的強作用力也很相似，因此他提出了一個 SU(2) 對稱性，稱為同位旋。在同位旋對稱下，質子和中子被視為同一個二重態的兩個分量，同位旋 I 等於二分之一，第三分量 I₃ 對質子是正二分之一，對中子是負二分之一。同位旋的第三分量可以用上夸克和下夸克的數目差來表示：I₃ 等於二分之一乘以上夸克淨數減去下夸克淨數。同位旋在強交互作用中是守恆的，但因為上夸克和下夸克的質量有微小差異，加上電磁效應，這個對稱性是近似的。其他強子也可以按同位旋來分類，例如 π 介子形成同位旋 I 等於 1 的三重態，π⁺ 的 I₃ 是 +1，π⁰ 是 0，π⁻ 是 -1。奇異重子中，Σ 粒子也是 I=1 的三重態，而 Λ 粒子則是 I=0 的單態。</a:t>
            </a:r>
          </a:p>
          <a:p/>
          <a:p>
            <a:r>
              <a:t>資料來源頁碼：7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最後，我們來看夸克模型如何有系統地組織這些強子。如果我們以超荷 Y（奇異數加重子數）對同位旋第三分量 I₃ 作圖，可以發現介子和重子會排列成規則的多重態。例如，自旋為零、重子數為零的贋純量介子形成一個八重態和一個單態；自旋為 1 的向量介子也有類似的結構。重子方面，自旋二分之三的重子形成一個十重態，自旋二分之一的重子則形成一個八重態和一個單態。這些圖案可以從夸克的 SU(3) 風味對稱來理解：介子是夸克和反夸克的組合，對應 3 ⊗ 3̄ 的分解，得到八重態和單態；重子是三個夸克的組合，對應 3 ⊗ 3 ⊗ 3 的分解，得到十重態、兩個八重態和一個單態。然而，這個模型遇到一個問題：Δ⁺⁺ 粒子由三個上夸克組成，而且自旋都是向上，這違反了包立不相容原理。為了解決這個矛盾，我們引入「顏色」這個新的自由度。夸克帶有三種色荷，稱為紅、綠、藍，反夸克則帶反色。所有實際觀測到的強子都是色單態，也就是顏色的組合必須是中性、無色的。這不僅解決了統計問題，也解釋了為什麼夸克被禁閉在強子內部，無法單獨分離出來。顏色在強交互作用的理論 QCD 中扮演核心角色，但我們無法直接測量顏色，這稱為色禁閉。</a:t>
            </a:r>
          </a:p>
          <a:p/>
          <a:p>
            <a:r>
              <a:t>資料來源頁碼：8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E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3891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DE5B37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320"/>
                </a:solidFill>
                <a:latin typeface="Noto Sans TC"/>
              </a:defRPr>
            </a:pPr>
            <a:r>
              <a:t>粒子物理導論：對稱性與基本粒子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• 對稱性在粒子物理中扮演關鍵角色</a:t>
            </a:r>
            <a:br/>
            <a:r>
              <a:t>• 群論是描述對稱性的數學框架</a:t>
            </a:r>
            <a:br/>
            <a:r>
              <a:t>• 時空對稱性（龐加萊群）與內部對稱性</a:t>
            </a:r>
            <a:br/>
            <a:r>
              <a:t>• 基本粒子：夸克、輕子、規範粒子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E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3891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DE5B37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320"/>
                </a:solidFill>
                <a:latin typeface="Noto Sans TC"/>
              </a:defRPr>
            </a:pPr>
            <a:r>
              <a:t>基本粒子：夸克與輕子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夸克（自旋1/2，帶分數電荷）</a:t>
            </a:r>
            <a:br/>
            <a:r>
              <a:t>• 三代： (u,d), (c,s), (t,b)</a:t>
            </a:r>
            <a:br/>
            <a:r>
              <a:t>• 電荷：u,c,t +2/3；d,s,b -1/3</a:t>
            </a:r>
            <a:br/>
            <a:r>
              <a:t>• 具有三種色荷，無法單獨存在</a:t>
            </a:r>
            <a:br/>
            <a:br/>
            <a:r>
              <a:t>輕子（自旋1/2，帶整數電荷）</a:t>
            </a:r>
            <a:br/>
            <a:r>
              <a:t>• 三代： (e⁻,νₑ), (μ⁻,ν_μ), (τ⁻,ν_τ)</a:t>
            </a:r>
            <a:br/>
            <a:r>
              <a:t>• 電荷：帶電輕子 -1；微中子 0</a:t>
            </a:r>
            <a:br/>
            <a:r>
              <a:t>• 微中子質量極小，穩定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E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3891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DE5B37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320"/>
                </a:solidFill>
                <a:latin typeface="Noto Sans TC"/>
              </a:defRPr>
            </a:pPr>
            <a:r>
              <a:t>規範粒子與交互作用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規範玻色子（自旋整數）</a:t>
            </a:r>
            <a:br/>
            <a:r>
              <a:t>• 光子 (γ)：電磁交互作用，質量 0</a:t>
            </a:r>
            <a:br/>
            <a:r>
              <a:t>• W⁺, W⁻, Z⁰：弱交互作用，質量約 80-91 GeV</a:t>
            </a:r>
            <a:br/>
            <a:r>
              <a:t>• 膠子 (g)：強交互作用，質量 0</a:t>
            </a:r>
            <a:br/>
            <a:r>
              <a:t>• 重力子（假設）：重力，自旋 2</a:t>
            </a:r>
            <a:br/>
            <a:br/>
            <a:r>
              <a:t>三種基本交互作用</a:t>
            </a:r>
            <a:br/>
            <a:r>
              <a:t>• 強作用：束縛夸克，主導強子散射</a:t>
            </a:r>
            <a:br/>
            <a:r>
              <a:t>• 電磁作用：帶電粒子間的光子交換</a:t>
            </a:r>
            <a:br/>
            <a:r>
              <a:t>• 弱作用：涉及微中子，可改變夸克風味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E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3891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DE5B37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320"/>
                </a:solidFill>
                <a:latin typeface="Noto Sans TC"/>
              </a:defRPr>
            </a:pPr>
            <a:r>
              <a:t>強子：重子與介子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強子由夸克組成，必須是色中性單態</a:t>
            </a:r>
            <a:br/>
            <a:br/>
            <a:r>
              <a:t>重子 (qqq)</a:t>
            </a:r>
            <a:br/>
            <a:r>
              <a:t>• 三個夸克組成，重子數 B=1</a:t>
            </a:r>
            <a:br/>
            <a:r>
              <a:t>• 例：質子 (uud)、中子 (udd)</a:t>
            </a:r>
            <a:br/>
            <a:r>
              <a:t>• 反重子由三個反夸克組成</a:t>
            </a:r>
            <a:br/>
            <a:br/>
            <a:r>
              <a:t>介子 (q q̄)</a:t>
            </a:r>
            <a:br/>
            <a:r>
              <a:t>• 夸克-反夸克對，重子數 B=0</a:t>
            </a:r>
            <a:br/>
            <a:r>
              <a:t>• 例：π⁺ (u d̄)、π⁻ (d ū)、π⁰ (u ū, d d̄ 疊加)</a:t>
            </a:r>
            <a:br/>
            <a:r>
              <a:t>• 奇異粒子：K⁺ (u s̄)、Λ (uds)、魅偶素 (c c̄)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E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3891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DE5B37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320"/>
                </a:solidFill>
                <a:latin typeface="Noto Sans TC"/>
              </a:defRPr>
            </a:pPr>
            <a:r>
              <a:t>交互作用的特性與典型壽命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強交互作用</a:t>
            </a:r>
            <a:br/>
            <a:r>
              <a:t>• 最強，風味守恆，風味盲</a:t>
            </a:r>
            <a:br/>
            <a:r>
              <a:t>• 理論：量子色動力學 (QCD)</a:t>
            </a:r>
            <a:br/>
            <a:br/>
            <a:r>
              <a:t>電磁交互作用</a:t>
            </a:r>
            <a:br/>
            <a:r>
              <a:t>• 光子交換，帶電粒子參與</a:t>
            </a:r>
            <a:br/>
            <a:r>
              <a:t>• 理論：量子電動力學 (QED)</a:t>
            </a:r>
            <a:br/>
            <a:br/>
            <a:r>
              <a:t>弱交互作用</a:t>
            </a:r>
            <a:br/>
            <a:r>
              <a:t>• 最弱，可改變風味，涉及微中子</a:t>
            </a:r>
            <a:br/>
            <a:r>
              <a:t>• 理論：溫伯格-薩拉姆模型（電弱統一）</a:t>
            </a:r>
            <a:br/>
            <a:br/>
            <a:r>
              <a:t>典型強子壽命</a:t>
            </a:r>
            <a:br/>
            <a:r>
              <a:t>• 強作用：10⁻²² – 10⁻²⁴ 秒</a:t>
            </a:r>
            <a:br/>
            <a:r>
              <a:t>• 電磁作用：10⁻¹⁶ – 10⁻²¹ 秒</a:t>
            </a:r>
            <a:br/>
            <a:r>
              <a:t>• 弱作用：10⁻⁷ – 10⁻¹³ 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E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3891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DE5B37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320"/>
                </a:solidFill>
                <a:latin typeface="Noto Sans TC"/>
              </a:defRPr>
            </a:pPr>
            <a:r>
              <a:t>守恆量子數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輕子數（三種，各自守恆）</a:t>
            </a:r>
            <a:br/>
            <a:r>
              <a:t>• Lₑ = N(e⁻) - N(e⁺) + N(νₑ) - N(ν̄ₑ)</a:t>
            </a:r>
            <a:br/>
            <a:r>
              <a:t>• L_μ, L_τ 類似定義</a:t>
            </a:r>
            <a:br/>
            <a:br/>
            <a:r>
              <a:t>重子數 B</a:t>
            </a:r>
            <a:br/>
            <a:r>
              <a:t>• B = ⅓ [N(q) - N(q̄)]</a:t>
            </a:r>
            <a:br/>
            <a:r>
              <a:t>• 重子 B=1，反重子 B=-1，介子 B=0</a:t>
            </a:r>
            <a:br/>
            <a:br/>
            <a:r>
              <a:t>夸克量子數（強與電磁作用守恆）</a:t>
            </a:r>
            <a:br/>
            <a:r>
              <a:t>• 奇異數 S = -[N(s) - N(s̄)]</a:t>
            </a:r>
            <a:br/>
            <a:r>
              <a:t>• 魅數 C、底數 B̃、頂數 T</a:t>
            </a:r>
            <a:br/>
            <a:br/>
            <a:r>
              <a:t>電荷 Q：所有交互作用皆守恆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E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3891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DE5B37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320"/>
                </a:solidFill>
                <a:latin typeface="Noto Sans TC"/>
              </a:defRPr>
            </a:pPr>
            <a:r>
              <a:t>同位旋與角動量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角動量</a:t>
            </a:r>
            <a:br/>
            <a:r>
              <a:t>• 軌道角動量 L，自旋 S，總角動量 J = L + S</a:t>
            </a:r>
            <a:br/>
            <a:r>
              <a:t>• 滿足 SU(2) 對易關係</a:t>
            </a:r>
            <a:br/>
            <a:br/>
            <a:r>
              <a:t>同位旋 (Isospin)</a:t>
            </a:r>
            <a:br/>
            <a:r>
              <a:t>• 基於質子與中子性質相似，引入 SU(2) 對稱</a:t>
            </a:r>
            <a:br/>
            <a:r>
              <a:t>• 同位旋 I，第三分量 I₃</a:t>
            </a:r>
            <a:br/>
            <a:r>
              <a:t>• I₃ = ½ [N(u)-N(ū) - (N(d)-N(d̄))]</a:t>
            </a:r>
            <a:br/>
            <a:r>
              <a:t>• 強作用中守恆</a:t>
            </a:r>
            <a:br/>
            <a:br/>
            <a:r>
              <a:t>實例</a:t>
            </a:r>
            <a:br/>
            <a:r>
              <a:t>• 核子 I=½：質子 I₃=+½，中子 I₃=-½</a:t>
            </a:r>
            <a:br/>
            <a:r>
              <a:t>• π 介子 I=1：π⁺ I₃=+1，π⁰ I₃=0，π⁻ I₃=-1</a:t>
            </a:r>
            <a:br/>
            <a:r>
              <a:t>• 奇異重子 Σ I=1，Λ I=0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E5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38912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DE5B37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98755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B2320"/>
                </a:solidFill>
                <a:latin typeface="Noto Sans TC"/>
              </a:defRPr>
            </a:pPr>
            <a:r>
              <a:t>夸克模型：八重態、十重態與顏色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9966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37413D"/>
                </a:solidFill>
                <a:latin typeface="Noto Sans TC"/>
              </a:defRPr>
            </a:pPr>
            <a:r>
              <a:t>強子多重態</a:t>
            </a:r>
            <a:br/>
            <a:r>
              <a:t>• 介子八重態（J=0, B=0）與單態</a:t>
            </a:r>
            <a:br/>
            <a:r>
              <a:t>• 重子十重態（J=3/2, B=1）與八重態（J=1/2, B=1）</a:t>
            </a:r>
            <a:br/>
            <a:r>
              <a:t>• 以超荷 Y = S + B 對 I₃ 作圖</a:t>
            </a:r>
            <a:br/>
            <a:br/>
            <a:r>
              <a:t>夸克模型解釋</a:t>
            </a:r>
            <a:br/>
            <a:r>
              <a:t>• 介子：3 ⊗ 3̄ = 8 ⊕ 1</a:t>
            </a:r>
            <a:br/>
            <a:r>
              <a:t>• 重子：3 ⊗ 3 ⊗ 3 = 10 ⊕ 8 ⊕ 8 ⊕ 1</a:t>
            </a:r>
            <a:br/>
            <a:br/>
            <a:r>
              <a:t>顏色自由度</a:t>
            </a:r>
            <a:br/>
            <a:r>
              <a:t>• 解決 Δ⁺⁺ (uuu) 違反包立不相容原理</a:t>
            </a:r>
            <a:br/>
            <a:r>
              <a:t>• 夸克帶三種色荷：紅、綠、藍</a:t>
            </a:r>
            <a:br/>
            <a:r>
              <a:t>• 所有強子皆為色單態 → 夸克禁閉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